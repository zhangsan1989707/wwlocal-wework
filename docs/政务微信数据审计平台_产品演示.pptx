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政务微信数据审计平台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系统功能演示与产品介绍</a:t>
            </a:r>
            <a:br/>
            <a:br/>
            <a:r>
              <a:t>项目版本：v1.1.0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系统概述与核心价值</a:t>
            </a:r>
          </a:p>
          <a:p>
            <a:pPr>
              <a:defRPr sz="1800"/>
            </a:pPr>
            <a:r>
              <a:t>2. 系统架构</a:t>
            </a:r>
          </a:p>
          <a:p>
            <a:pPr>
              <a:defRPr sz="1800"/>
            </a:pPr>
            <a:r>
              <a:t>3. 功能模块介绍</a:t>
            </a:r>
          </a:p>
          <a:p>
            <a:pPr>
              <a:defRPr sz="1800"/>
            </a:pPr>
            <a:r>
              <a:t>4. 核心功能演示</a:t>
            </a:r>
          </a:p>
          <a:p>
            <a:pPr>
              <a:defRPr sz="1800"/>
            </a:pPr>
            <a:r>
              <a:t>5. 安全与运维保障</a:t>
            </a:r>
          </a:p>
          <a:p>
            <a:pPr>
              <a:defRPr sz="1800"/>
            </a:pPr>
            <a:r>
              <a:t>6. 部署与使用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系统概述 - 解决什么问题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政务微信开放接口返回的业务数据经过 RSA+AES 双层加密</a:t>
            </a:r>
          </a:p>
          <a:p>
            <a:pPr>
              <a:defRPr sz="1800"/>
            </a:pPr>
            <a:r>
              <a:t>需要一个平台统一解密、存储、查询和审计这些数据</a:t>
            </a:r>
          </a:p>
          <a:p>
            <a:pPr>
              <a:defRPr sz="1800"/>
            </a:pPr>
            <a:r>
              <a:t>数据不出内网，所有组件部署在本地服务器</a:t>
            </a:r>
          </a:p>
          <a:p>
            <a:pPr>
              <a:defRPr sz="1800"/>
            </a:pPr>
            <a:r>
              <a:t>支持多维度查询、组织架构关联、操作审计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系统概述 - 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自动从政务微信 API 拉取加密日志</a:t>
            </a:r>
          </a:p>
          <a:p>
            <a:pPr>
              <a:defRPr sz="1800"/>
            </a:pPr>
            <a:r>
              <a:t>RSA+AES 双层解密后存储到本地 MySQL</a:t>
            </a:r>
          </a:p>
          <a:p>
            <a:pPr>
              <a:defRPr sz="1800"/>
            </a:pPr>
            <a:r>
              <a:t>多维度查询、筛选、导出（CSV）</a:t>
            </a:r>
          </a:p>
          <a:p>
            <a:pPr>
              <a:defRPr sz="1800"/>
            </a:pPr>
            <a:r>
              <a:t>组织架构同步与人员关联</a:t>
            </a:r>
          </a:p>
          <a:p>
            <a:pPr>
              <a:defRPr sz="1800"/>
            </a:pPr>
            <a:r>
              <a:t>操作审计日志自动记录</a:t>
            </a:r>
          </a:p>
          <a:p>
            <a:pPr>
              <a:defRPr sz="1800"/>
            </a:pPr>
            <a:r>
              <a:t>密钥热切换，支持多版本管理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技术栈：Go 1.21 + Vue 3 + Element Plus + MySQL 8.0 + Docker</a:t>
            </a:r>
          </a:p>
          <a:p>
            <a:pPr>
              <a:defRPr sz="1800"/>
            </a:pPr>
            <a:r>
              <a:t>三容器编排：MySQL + 后端 (Echo) + 前端 (Nginx)</a:t>
            </a:r>
          </a:p>
          <a:p>
            <a:pPr>
              <a:defRPr sz="1800"/>
            </a:pPr>
            <a:r>
              <a:t>端口映射：MySQL 3307，后端 3010，前端 5173</a:t>
            </a:r>
          </a:p>
          <a:p>
            <a:pPr>
              <a:defRPr sz="1800"/>
            </a:pPr>
            <a:r>
              <a:t>Nginx 反向代理 /api/ 路径到后端</a:t>
            </a:r>
          </a:p>
          <a:p>
            <a:pPr>
              <a:defRPr sz="1800"/>
            </a:pPr>
            <a:r>
              <a:t>支持 Vue SPA 路由，proxy_read_timeout 300s 适应长同步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后端分层架构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Handler 层：HTTP 处理，定义本地 Request struct</a:t>
            </a:r>
          </a:p>
          <a:p>
            <a:pPr>
              <a:defRPr sz="1800"/>
            </a:pPr>
            <a:r>
              <a:t>Service 层：业务逻辑编排，核心解密管道</a:t>
            </a:r>
          </a:p>
          <a:p>
            <a:pPr>
              <a:defRPr sz="1800"/>
            </a:pPr>
            <a:r>
              <a:t>Repository 层：数据访问，动态建表和去重</a:t>
            </a:r>
          </a:p>
          <a:p>
            <a:pPr>
              <a:defRPr sz="1800"/>
            </a:pPr>
            <a:r>
              <a:t>Model 层：数据模型定义</a:t>
            </a:r>
          </a:p>
          <a:p>
            <a:pPr>
              <a:defRPr sz="1800"/>
            </a:pPr>
            <a:r>
              <a:t>Crypto 层：RSA PKCS1v15 + AES-128-CBC 解密实现</a:t>
            </a:r>
          </a:p>
          <a:p>
            <a:pPr>
              <a:defRPr sz="1800"/>
            </a:pPr>
            <a:r>
              <a:t>中间件：JWT 认证、操作审计日志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Vue 3.5 + Composition API + TypeScript</a:t>
            </a:r>
          </a:p>
          <a:p>
            <a:pPr>
              <a:defRPr sz="1800"/>
            </a:pPr>
            <a:r>
              <a:t>Element Plus 组件库，自动导入</a:t>
            </a:r>
          </a:p>
          <a:p>
            <a:pPr>
              <a:defRPr sz="1800"/>
            </a:pPr>
            <a:r>
              <a:t>无路由库，通过 v-if 切换视图</a:t>
            </a:r>
          </a:p>
          <a:p>
            <a:pPr>
              <a:defRPr sz="1800"/>
            </a:pPr>
            <a:r>
              <a:t>无全局状态管理，组件内独立状态</a:t>
            </a:r>
          </a:p>
          <a:p>
            <a:pPr>
              <a:defRPr sz="1800"/>
            </a:pPr>
            <a:r>
              <a:t>Axios 封装，baseURL=/api/v1，自动附加 JWT</a:t>
            </a:r>
          </a:p>
          <a:p>
            <a:pPr>
              <a:defRPr sz="1800"/>
            </a:pPr>
            <a:r>
              <a:t>Vite 8 开发服务器，dev 时代理 /api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总览看板：KPI 概览、同步状态、异常告警、部门活跃度</a:t>
            </a:r>
          </a:p>
          <a:p>
            <a:pPr>
              <a:defRPr sz="1800"/>
            </a:pPr>
            <a:r>
              <a:t>日志审计：多类型解密查询、条件筛选、手机号匹配、实时查询、CSV导出</a:t>
            </a:r>
          </a:p>
          <a:p>
            <a:pPr>
              <a:defRPr sz="1800"/>
            </a:pPr>
            <a:r>
              <a:t>数据同步：全量同步、增量同步、定时自动调度</a:t>
            </a:r>
          </a:p>
          <a:p>
            <a:pPr>
              <a:defRPr sz="1800"/>
            </a:pPr>
            <a:r>
              <a:t>通讯录管理：组织架构树、成员查询、全量/增量同步</a:t>
            </a:r>
          </a:p>
          <a:p>
            <a:pPr>
              <a:defRPr sz="1800"/>
            </a:pPr>
            <a:r>
              <a:t>密钥管理：多版本 RSA 密钥、在线热切换、密钥测试</a:t>
            </a:r>
          </a:p>
          <a:p>
            <a:pPr>
              <a:defRPr sz="1800"/>
            </a:pPr>
            <a:r>
              <a:t>操作审计：自动记录所有 API 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总览看板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KPI 概览：最新同步时间、近7日同步记录、失败类型数、活跃密钥、通讯录人数、未使用率</a:t>
            </a:r>
          </a:p>
          <a:p>
            <a:pPr>
              <a:defRPr sz="1800"/>
            </a:pPr>
            <a:r>
              <a:t>最近同步任务：时间、类型、触发方式、成功/失败数、耗时</a:t>
            </a:r>
          </a:p>
          <a:p>
            <a:pPr>
              <a:defRPr sz="1800"/>
            </a:pPr>
            <a:r>
              <a:t>问题提醒：同步失败、密钥超期、通讯录过期、无新数据</a:t>
            </a:r>
          </a:p>
          <a:p>
            <a:pPr>
              <a:defRPr sz="1800"/>
            </a:pPr>
            <a:r>
              <a:t>使用分析：按周/月/季统计，部门筛选，未使用人员分析</a:t>
            </a:r>
          </a:p>
          <a:p>
            <a:pPr>
              <a:defRPr sz="1800"/>
            </a:pPr>
            <a:r>
              <a:t>未使用人员导出：支持按部门、时间范围筛选，CSV导出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日志审计查询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日志类型：下拉多选，支持按数据类型过滤</a:t>
            </a:r>
          </a:p>
          <a:p>
            <a:pPr>
              <a:defRPr sz="1800"/>
            </a:pPr>
            <a:r>
              <a:t>时间范围：快捷按钮（今天/昨天/近7天/近30天/自定义）</a:t>
            </a:r>
          </a:p>
          <a:p>
            <a:pPr>
              <a:defRPr sz="1800"/>
            </a:pPr>
            <a:r>
              <a:t>手机号匹配：输入手机号精确查找人员日志</a:t>
            </a:r>
          </a:p>
          <a:p>
            <a:pPr>
              <a:defRPr sz="1800"/>
            </a:pPr>
            <a:r>
              <a:t>实时查询：开关控制，开启时直接从政务微信实时拉取</a:t>
            </a:r>
          </a:p>
          <a:p>
            <a:pPr>
              <a:defRPr sz="1800"/>
            </a:pPr>
            <a:r>
              <a:t>自定义条件：支持多组字段+操作符+值筛选</a:t>
            </a:r>
          </a:p>
          <a:p>
            <a:pPr>
              <a:defRPr sz="1800"/>
            </a:pPr>
            <a:r>
              <a:t>结果展示：按时间倒序，发送方格式「手机号(姓名)」，展开查看完整 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数据同步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定期同步（自动调度）：启动/停止定时增量同步，间隔可配置</a:t>
            </a:r>
          </a:p>
          <a:p>
            <a:pPr>
              <a:defRPr sz="1800"/>
            </a:pPr>
            <a:r>
              <a:t>全量同步：按时间范围重新拉取，适合数据修复</a:t>
            </a:r>
          </a:p>
          <a:p>
            <a:pPr>
              <a:defRPr sz="1800"/>
            </a:pPr>
            <a:r>
              <a:t>增量同步：自动从断点继续，只拉取新数据，不丢失</a:t>
            </a:r>
          </a:p>
          <a:p>
            <a:pPr>
              <a:defRPr sz="1800"/>
            </a:pPr>
            <a:r>
              <a:t>同步状态：进度条 + 当前类型 + 结果表格实时更新</a:t>
            </a:r>
          </a:p>
          <a:p>
            <a:pPr>
              <a:defRPr sz="1800"/>
            </a:pPr>
            <a:r>
              <a:t>同步历史：追溯记录，排查问题</a:t>
            </a:r>
          </a:p>
          <a:p>
            <a:pPr>
              <a:defRPr sz="1800"/>
            </a:pPr>
            <a:r>
              <a:t>企微操作日志同步：独立配置，支持设置时间范围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通讯录管理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组织架构树：左侧部门树形结构，点击过滤成员</a:t>
            </a:r>
          </a:p>
          <a:p>
            <a:pPr>
              <a:defRPr sz="1800"/>
            </a:pPr>
            <a:r>
              <a:t>成员列表：姓名、手机号、部门、职位，支持搜索</a:t>
            </a:r>
          </a:p>
          <a:p>
            <a:pPr>
              <a:defRPr sz="1800"/>
            </a:pPr>
            <a:r>
              <a:t>全量同步：拉取所有部门和成员，首次部署时使用</a:t>
            </a:r>
          </a:p>
          <a:p>
            <a:pPr>
              <a:defRPr sz="1800"/>
            </a:pPr>
            <a:r>
              <a:t>增量同步：仅拉取新增/变更成员，日常使用</a:t>
            </a:r>
          </a:p>
          <a:p>
            <a:pPr>
              <a:defRPr sz="1800"/>
            </a:pPr>
            <a:r>
              <a:t>异步导出：后台任务，支持导出通讯录数据</a:t>
            </a:r>
          </a:p>
          <a:p>
            <a:pPr>
              <a:defRPr sz="1800"/>
            </a:pPr>
            <a:r>
              <a:t>成员详情：点击查看详情，支持查询日志跳转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密钥管理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密钥列表：展示所有 RSA 密钥版本及状态（活跃/备用）</a:t>
            </a:r>
          </a:p>
          <a:p>
            <a:pPr>
              <a:defRPr sz="1800"/>
            </a:pPr>
            <a:r>
              <a:t>添加密钥：输入版本号 + PEM 内容，上传新的 RSA 私钥</a:t>
            </a:r>
          </a:p>
          <a:p>
            <a:pPr>
              <a:defRPr sz="1800"/>
            </a:pPr>
            <a:r>
              <a:t>切换活跃：将备用密钥设为活跃，后续解密优先使用</a:t>
            </a:r>
          </a:p>
          <a:p>
            <a:pPr>
              <a:defRPr sz="1800"/>
            </a:pPr>
            <a:r>
              <a:t>测试密钥：验证密钥格式是否正确（位数、类型）</a:t>
            </a:r>
          </a:p>
          <a:p>
            <a:pPr>
              <a:defRPr sz="1800"/>
            </a:pPr>
            <a:r>
              <a:t>密钥热切换：解密失败时自动回退到历史版本密钥</a:t>
            </a:r>
          </a:p>
          <a:p>
            <a:pPr>
              <a:defRPr sz="1800"/>
            </a:pPr>
            <a:r>
              <a:t>安全机制：PEM 文件权限自动检查修正（600）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数据类型配置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功能：管理需要同步的日志数据类型</a:t>
            </a:r>
          </a:p>
          <a:p>
            <a:pPr>
              <a:defRPr sz="1800"/>
            </a:pPr>
            <a:r>
              <a:t>启用/禁用：每行提供开关，支持批量操作</a:t>
            </a:r>
          </a:p>
          <a:p>
            <a:pPr>
              <a:defRPr sz="1800"/>
            </a:pPr>
            <a:r>
              <a:t>同步状态：展示各类型的最近同步时间、累计记录数</a:t>
            </a:r>
          </a:p>
          <a:p>
            <a:pPr>
              <a:defRPr sz="1800"/>
            </a:pPr>
            <a:r>
              <a:t>使用场景：按需启用特定类型，节省资源</a:t>
            </a:r>
          </a:p>
          <a:p>
            <a:pPr>
              <a:defRPr sz="1800"/>
            </a:pPr>
            <a:r>
              <a:t>点击查看最近日志：直接跳转到该类型的最新记录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操作审计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自动记录：所有 API 操作自动记录，无需手动配置</a:t>
            </a:r>
          </a:p>
          <a:p>
            <a:pPr>
              <a:defRPr sz="1800"/>
            </a:pPr>
            <a:r>
              <a:t>筛选条件：按操作类型（登录/同步/查询/密钥管理等）和状态过滤</a:t>
            </a:r>
          </a:p>
          <a:p>
            <a:pPr>
              <a:defRPr sz="1800"/>
            </a:pPr>
            <a:r>
              <a:t>日志字段：操作时间、操作用户、操作类型、请求方法、路径、状态码、耗时</a:t>
            </a:r>
          </a:p>
          <a:p>
            <a:pPr>
              <a:defRPr sz="1800"/>
            </a:pPr>
            <a:r>
              <a:t>用途：追溯操作、排查异常、满足审计合规要求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功能模块 - 系统状态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数据库连通性</a:t>
            </a:r>
          </a:p>
          <a:p>
            <a:pPr>
              <a:defRPr sz="1800"/>
            </a:pPr>
            <a:r>
              <a:t>系统运行时间</a:t>
            </a:r>
          </a:p>
          <a:p>
            <a:pPr>
              <a:defRPr sz="1800"/>
            </a:pPr>
            <a:r>
              <a:t>密钥状态（活跃版本 + 总数）</a:t>
            </a:r>
          </a:p>
          <a:p>
            <a:pPr>
              <a:defRPr sz="1800"/>
            </a:pPr>
            <a:r>
              <a:t>通讯录状态（最近同步时间 + 成员总数）</a:t>
            </a:r>
          </a:p>
          <a:p>
            <a:pPr>
              <a:defRPr sz="1800"/>
            </a:pPr>
            <a:r>
              <a:t>各数据类型同步覆盖率</a:t>
            </a:r>
          </a:p>
          <a:p>
            <a:pPr>
              <a:defRPr sz="1800"/>
            </a:pPr>
            <a:r>
              <a:t>数据库存储空间（各表记录数、数据大小、索引大小）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安全与运维 - 安全设计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认证机制：JWT HS256 签名，24小时有效期</a:t>
            </a:r>
          </a:p>
          <a:p>
            <a:pPr>
              <a:defRPr sz="1800"/>
            </a:pPr>
            <a:r>
              <a:t>密码存储：bcrypt 哈希，不可逆</a:t>
            </a:r>
          </a:p>
          <a:p>
            <a:pPr>
              <a:defRPr sz="1800"/>
            </a:pPr>
            <a:r>
              <a:t>登录限流：1分钟内5次失败自动锁定1分钟</a:t>
            </a:r>
          </a:p>
          <a:p>
            <a:pPr>
              <a:defRPr sz="1800"/>
            </a:pPr>
            <a:r>
              <a:t>密钥文件安全：启动自动检查权限，宽松权限自动修正为600</a:t>
            </a:r>
          </a:p>
          <a:p>
            <a:pPr>
              <a:defRPr sz="1800"/>
            </a:pPr>
            <a:r>
              <a:t>可选 PEM 加密：KEY_ENCRYPT_KEY 环境变量启用 AES-256-GCM</a:t>
            </a:r>
          </a:p>
          <a:p>
            <a:pPr>
              <a:defRPr sz="1800"/>
            </a:pPr>
            <a:r>
              <a:t>操作审计：异步写入，不阻塞请求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Docker Compose 三容器编排</a:t>
            </a:r>
          </a:p>
          <a:p>
            <a:pPr>
              <a:defRPr sz="1800"/>
            </a:pPr>
            <a:r>
              <a:t>MySQL：内部端口3306，映射到宿主机3307</a:t>
            </a:r>
          </a:p>
          <a:p>
            <a:pPr>
              <a:defRPr sz="1800"/>
            </a:pPr>
            <a:r>
              <a:t>后端 Go Echo：内部端口8080，映射到宿主机3010</a:t>
            </a:r>
          </a:p>
          <a:p>
            <a:pPr>
              <a:defRPr sz="1800"/>
            </a:pPr>
            <a:r>
              <a:t>前端 Nginx：内部端口80，映射到宿主机5173</a:t>
            </a:r>
          </a:p>
          <a:p>
            <a:pPr>
              <a:defRPr sz="1800"/>
            </a:pPr>
            <a:r>
              <a:t>后端 depends_on MySQL（condition: service_healthy）</a:t>
            </a:r>
          </a:p>
          <a:p>
            <a:pPr>
              <a:defRPr sz="1800"/>
            </a:pPr>
            <a:r>
              <a:t>前端 depends_on 后端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快速开始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git clone 源码</a:t>
            </a:r>
          </a:p>
          <a:p>
            <a:pPr>
              <a:defRPr sz="1800"/>
            </a:pPr>
            <a:r>
              <a:t>2. cp .env.example .env，编辑配置</a:t>
            </a:r>
          </a:p>
          <a:p>
            <a:pPr>
              <a:defRPr sz="1800"/>
            </a:pPr>
            <a:r>
              <a:t>3. docker-compose up -d --build</a:t>
            </a:r>
          </a:p>
          <a:p>
            <a:pPr>
              <a:defRPr sz="1800"/>
            </a:pPr>
            <a:r>
              <a:t>4. 验证健康状态：curl http://localhost:3010/health</a:t>
            </a:r>
          </a:p>
          <a:p>
            <a:pPr>
              <a:defRPr sz="1800"/>
            </a:pPr>
            <a:r>
              <a:t>5. 上传 RSA 密钥并激活</a:t>
            </a:r>
          </a:p>
          <a:p>
            <a:pPr>
              <a:defRPr sz="1800"/>
            </a:pPr>
            <a:r>
              <a:t>6. 同步通讯录（首次全量同步）</a:t>
            </a:r>
          </a:p>
          <a:p>
            <a:pPr>
              <a:defRPr sz="1800"/>
            </a:pPr>
            <a:r>
              <a:t>7. 配置数据类型并执行首次同步</a:t>
            </a:r>
          </a:p>
          <a:p>
            <a:pPr>
              <a:defRPr sz="1800"/>
            </a:pPr>
            <a:r>
              <a:t>8. 启动定时调度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日常运维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每日：检查看板异常告警，确认同步调度正常运行</a:t>
            </a:r>
          </a:p>
          <a:p>
            <a:pPr>
              <a:defRPr sz="1800"/>
            </a:pPr>
            <a:r>
              <a:t>每周：查看同步历史，确认无失败记录，检查存储空间</a:t>
            </a:r>
          </a:p>
          <a:p>
            <a:pPr>
              <a:defRPr sz="1800"/>
            </a:pPr>
            <a:r>
              <a:t>每月：审查操作日志，评估是否需要更换密钥，检查未使用人员</a:t>
            </a:r>
          </a:p>
          <a:p>
            <a:pPr>
              <a:defRPr sz="1800"/>
            </a:pPr>
            <a:r>
              <a:t>故障排查：同步卡死→取消重试；解密失败→检查密钥；查询无结果→确认数据类型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 - 解密管道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RSA 解密 encrypt_key (base64) → 16字节 AES 密钥</a:t>
            </a:r>
          </a:p>
          <a:p>
            <a:pPr>
              <a:defRPr sz="1800"/>
            </a:pPr>
            <a:r>
              <a:t>Step 2: AES-128-CBC 解密 encrypt_data，IV = 密文前16字节</a:t>
            </a:r>
          </a:p>
          <a:p>
            <a:pPr>
              <a:defRPr sz="1800"/>
            </a:pPr>
            <a:r>
              <a:t>Step 3: PKCS7 去填充，截去尾部8字节</a:t>
            </a:r>
          </a:p>
          <a:p>
            <a:pPr>
              <a:defRPr sz="1800"/>
            </a:pPr>
            <a:r>
              <a:t>Step 4: JSON 解析得到 LogEntry</a:t>
            </a:r>
          </a:p>
          <a:p>
            <a:pPr>
              <a:defRPr sz="1800"/>
            </a:pPr>
            <a:r>
              <a:t>密钥回退：解密失败时自动尝试历史版本密钥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 - 数据去重与分表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去重策略：enc_data_hash (MD5) + INSERT IGNORE</a:t>
            </a:r>
          </a:p>
          <a:p>
            <a:pPr>
              <a:defRPr sz="1800"/>
            </a:pPr>
            <a:r>
              <a:t>分表策略：log_{feature_id}_{YYYYMM}</a:t>
            </a:r>
          </a:p>
          <a:p>
            <a:pPr>
              <a:defRPr sz="1800"/>
            </a:pPr>
            <a:r>
              <a:t>动态建表：按 feature ID 和月份自动创建</a:t>
            </a:r>
          </a:p>
          <a:p>
            <a:pPr>
              <a:defRPr sz="1800"/>
            </a:pPr>
            <a:r>
              <a:t>唯一索引：uk_dedup (feature_id, log_time, enc_data_hash)</a:t>
            </a:r>
          </a:p>
          <a:p>
            <a:pPr>
              <a:defRPr sz="1800"/>
            </a:pPr>
            <a:r>
              <a:t>虚拟列：login_openid 从 parsed_json 提取，用于手机号快速匹配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 - 增量同步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记录断点：sync_state.last_log_time</a:t>
            </a:r>
          </a:p>
          <a:p>
            <a:pPr>
              <a:defRPr sz="1800"/>
            </a:pPr>
            <a:r>
              <a:t>下次同步从断点+1开始，只拉取新数据</a:t>
            </a:r>
          </a:p>
          <a:p>
            <a:pPr>
              <a:defRPr sz="1800"/>
            </a:pPr>
            <a:r>
              <a:t>即使中间有数据未同步完成，下次仍会从断点继续</a:t>
            </a:r>
          </a:p>
          <a:p>
            <a:pPr>
              <a:defRPr sz="1800"/>
            </a:pPr>
            <a:r>
              <a:t>定时调度：goroutine + ticker，按配置间隔自动执行</a:t>
            </a:r>
          </a:p>
          <a:p>
            <a:pPr>
              <a:defRPr sz="1800"/>
            </a:pPr>
            <a:r>
              <a:t>优雅关闭：停止调度 → 取消同步 → 关闭 HTTP → 关闭 DB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常见问题解答</a:t>
            </a:r>
            <a:br/>
            <a:br/>
            <a:r>
              <a:t>• 同步周期多久？定时调度默认1小时增量同步</a:t>
            </a:r>
            <a:br/>
            <a:r>
              <a:t>• 密钥更换影响历史数据？不会，仅影响后续新数据</a:t>
            </a:r>
            <a:br/>
            <a:r>
              <a:t>• 如何知道哪些人没有使用？看板→未使用人员分析</a:t>
            </a:r>
            <a:br/>
            <a:r>
              <a:t>• 数据会重复存储？不会，使用 MD5 去重</a:t>
            </a:r>
            <a:br/>
            <a:br/>
            <a:br/>
            <a:r>
              <a:t>感谢使用！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